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0.xml" /><Relationship Id="rId4" Type="http://schemas.openxmlformats.org/officeDocument/2006/relationships/slide" Target="slide15.xml" /><Relationship Id="rId5" Type="http://schemas.openxmlformats.org/officeDocument/2006/relationships/slide" Target="slide21.xml" /><Relationship Id="rId6"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github.com/RConsortium/R-Certification-W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p:txBody>
      </p:sp>
      <p:pic>
        <p:nvPicPr>
          <p:cNvPr descr="https://github.com/openstatsware/website/raw/main/sticker/openstatsware-hex-1200.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Certification working group of R Consortium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42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Red Door Analytics, Regeneron, Roche, RPACT, Sanofi, Stealth Bio, The George Institute for Global Health, UCB</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Have a look at Gonzalo’s presentation to learn more about </a:t>
            </a:r>
            <a:r>
              <a:rPr>
                <a:latin typeface="Courier"/>
              </a:rPr>
              <a:t>mmrm</a:t>
            </a:r>
          </a:p>
          <a:p>
            <a:pPr lvl="1"/>
            <a:r>
              <a:rPr/>
              <a:t>10.40 am in the following session</a:t>
            </a:r>
          </a:p>
          <a:p>
            <a:pPr lvl="1"/>
            <a:r>
              <a:rPr/>
              <a:t>compares </a:t>
            </a:r>
            <a:r>
              <a:rPr>
                <a:latin typeface="Courier"/>
              </a:rPr>
              <a:t>mmrm</a:t>
            </a:r>
            <a:r>
              <a:rPr/>
              <a:t> with previous R packages and SAS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traceability (news), documentation, package design, maintainability, publication, etc.</a:t>
            </a:r>
          </a:p>
          <a:p>
            <a:pPr lvl="0"/>
            <a:r>
              <a:rPr/>
              <a:t>Workshop “Good Software Engineering Practice for R Packages” on world tour</a:t>
            </a:r>
          </a:p>
          <a:p>
            <a:pPr lvl="1"/>
            <a:r>
              <a:rPr/>
              <a:t>Basel, Shanghai, San José, Rockville MD,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(now), ASA/FDA workshop</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a:t>
            </a:r>
          </a:p>
          <a:p>
            <a:pPr lvl="0"/>
            <a:r>
              <a:rPr/>
              <a:t>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Find a new short and memorable name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2026-04-06T02:20:44Z</dcterms:created>
  <dcterms:modified xsi:type="dcterms:W3CDTF">2026-04-06T02:20:44Z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2023-09-06</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toc-title">
    <vt:lpwstr>Outline</vt:lpwstr>
  </property>
</Properties>
</file>