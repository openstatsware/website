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(63 members from 41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2026-01-05T02:22:08Z</dcterms:created>
  <dcterms:modified xsi:type="dcterms:W3CDTF">2026-01-05T02:22:08Z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resources">
    <vt:lpwstr/>
  </property>
  <property fmtid="{D5CDD505-2E9C-101B-9397-08002B2CF9AE}" pid="13" name="subtitle">
    <vt:lpwstr>Who we are and what we build together</vt:lpwstr>
  </property>
  <property fmtid="{D5CDD505-2E9C-101B-9397-08002B2CF9AE}" pid="14" name="toc-title">
    <vt:lpwstr>Outline</vt:lpwstr>
  </property>
</Properties>
</file>